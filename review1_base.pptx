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3" r:id="rId4"/>
    <p:sldId id="265" r:id="rId5"/>
    <p:sldId id="266" r:id="rId6"/>
    <p:sldId id="267" r:id="rId7"/>
    <p:sldId id="268" r:id="rId8"/>
    <p:sldId id="270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0036B9-B418-C3BC-F840-A2C606D41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6D2392-6122-530D-6D98-F9E2AC7E7694}"/>
              </a:ext>
            </a:extLst>
          </p:cNvPr>
          <p:cNvSpPr txBox="1"/>
          <p:nvPr/>
        </p:nvSpPr>
        <p:spPr>
          <a:xfrm>
            <a:off x="1693191" y="796411"/>
            <a:ext cx="880561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Computing Techniques for 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 on Distributed GPU Clusters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806EC-A36E-8973-50CB-33CD960956CD}"/>
              </a:ext>
            </a:extLst>
          </p:cNvPr>
          <p:cNvSpPr txBox="1"/>
          <p:nvPr/>
        </p:nvSpPr>
        <p:spPr>
          <a:xfrm>
            <a:off x="560439" y="3968840"/>
            <a:ext cx="30855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Ananthakrishnan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49978-5684-7D08-85C6-6F490B4F2487}"/>
              </a:ext>
            </a:extLst>
          </p:cNvPr>
          <p:cNvSpPr txBox="1"/>
          <p:nvPr/>
        </p:nvSpPr>
        <p:spPr>
          <a:xfrm>
            <a:off x="7422080" y="3968840"/>
            <a:ext cx="40755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127018044 – Potta Sai Varshith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Tech Computer Science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Systems (CSBS)</a:t>
            </a:r>
          </a:p>
        </p:txBody>
      </p:sp>
    </p:spTree>
    <p:extLst>
      <p:ext uri="{BB962C8B-B14F-4D97-AF65-F5344CB8AC3E}">
        <p14:creationId xmlns:p14="http://schemas.microsoft.com/office/powerpoint/2010/main" val="73469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B7F1-6357-2388-7CB3-041DC8751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1EB9C4-368B-2071-DF3F-A8ED870BB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20D58-269F-AB4B-9A94-24BF359F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9C1D7-FA29-895D-28A8-A91CE78EC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Problem: Limitations of Existing Checkpointing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Interval Checkpointing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training convergence behavior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unnecessary I/O overhead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Suboptimal under varying failure rates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Young/Daly Optimal Interval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constant failure rate (MTBF)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consider training dynamics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Over-checkpoints during stable convergence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Challenges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checkpoint storage overhead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congestion in distributed setups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with centralized storage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 storms during synchronized saves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63CAF-B98C-5C59-BE26-5AFDC45C8517}"/>
              </a:ext>
            </a:extLst>
          </p:cNvPr>
          <p:cNvSpPr txBox="1"/>
          <p:nvPr/>
        </p:nvSpPr>
        <p:spPr>
          <a:xfrm>
            <a:off x="8271558" y="5987845"/>
            <a:ext cx="30444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Fang et al., Information Sciences 496 (2019) 300-316</a:t>
            </a:r>
            <a:endParaRPr lang="en-IN" sz="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19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ACCD5-65DC-850F-3FBD-277D9B07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Motivation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B9FA98-5637-F978-023C-27D77813EB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Convergence-aware Checkpointing Policy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MTBF-based Adaptive Interval Adjustment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Hash Ring based Distributed Checkpoint Storage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redundant checkpoints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recomputation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D7F36-C5CF-61D4-08B9-A050BDA8BF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jobs run for hours/days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failures in HPC clusters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bottlenecks in centralized checkpoint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smarter checkpointing instead of blind periodic saves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0E17B1-AA0F-4FCC-45B4-EF701BA699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838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DF98-DA41-00FE-160B-C8227180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26E7-684D-4DF4-482B-736D1D7F1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et al. (2025)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Convergence-Aware Optimal Checkpointing (COCI)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Places checkpoints based on loss reduction instead of time, but still uses full checkpoints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 et al. (2025)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Amber for selective incremental checkpointing in LLM training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Saves only ~2% significant parameter updates, achieving 10–155× faster checkpointing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Gao et al. (2025)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DECK for delta checkpointing in industrial recommendation systems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Enables 12× higher checkpoint frequency but focuses on sparse embedding tables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CheckFreq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iteration-level asynchronous checkpointing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Reduces pause time but relies on fixed checkpoint intervals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28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BC55-9C69-74A2-7568-4FC38863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24FA52FA-1AE9-F6D6-9D62-966A80F897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1" y="1047027"/>
            <a:ext cx="1076553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Mahesh et al. (2025)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ACUTE, a multi-level checkpointing framework for Spot VM clusters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 → Achieves 60% faster recovery using memory-based hierarchical checkpoints but does not address adaptive scheduling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 et al. (2025)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explored failure behavior in LLM training on HPC systems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 → Identified six failure patterns and proposed ML-based detection, but focuses on fault detection rather than checkpoint optimization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Lee et al. (2025)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hash ring-based recaching for distributed DL caching systems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 → Reduces data redistribution overhead by reassigning only failed-node data, but does not optimize checkpoint timing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Joardar et al. (2022)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fault-tolerant deep learning using regularization techniques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 → Improves robustness against hardware noise but does not handle distributed checkpoint storage </a:t>
            </a:r>
          </a:p>
        </p:txBody>
      </p:sp>
    </p:spTree>
    <p:extLst>
      <p:ext uri="{BB962C8B-B14F-4D97-AF65-F5344CB8AC3E}">
        <p14:creationId xmlns:p14="http://schemas.microsoft.com/office/powerpoint/2010/main" val="225242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D60BFF-1A9C-3027-A524-4BE1664E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05474-94B6-960A-02EA-79243962B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convergence-aware methods optimize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checkpoint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Do not optimize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checkpoints in distributed environments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hash ring-based systems optimize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redistribute data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Do not adapt checkpoint frequency based on training dynamics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unified approach combines: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Convergence-aware checkpoint scheduling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Distributed, load-balanced checkpoint storage using hash 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37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FE9E-B1C2-D107-6BF7-542CA365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8236F-C238-FCA0-0E39-645E4E3783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Model: ResNet50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Standard CNN benchmark for convergence-sensitive behavior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CIFAR-100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100-class image classification, moderate training complexity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NVIDIA A16 GPU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Single-GPU controlled environment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Model: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Simulated random failures using probabilistic injection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Restart from last checkpoint after failure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D9DAF-5FD2-8387-C015-78D287D1C2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Checkpointing Strategies: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Epoch-Based Snapshotting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  → Checkpoint saved at the end of every epoch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Young-Daly Optimal Interval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  → Checkpoint interval computed as: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   T* = √(2 × C × MTBF)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  → Assumes constant failure rate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Metrics Measured: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Total training time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Number of failures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Re-computation overhead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Effective throughput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74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5862-97FF-6F80-002E-77AC6E4B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6F5F-AACE-2314-6029-00A01FBB5F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Epoch-Based Snapshotting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Predictable checkpoint frequency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Higher checkpoint overhead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Lower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recomputation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Young-Daly Strategy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Fewer checkpoints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Lower checkpoint overhead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Higher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recomputation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late-stage failures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7852F-0AD6-61F7-34ED-0A7DB09A54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Observation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Young-Daly performs well under uniform failure distribution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Epoch-based strategy is more stable when failures occur near epoch boundaries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Insight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Both strategies assume linear training value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 → Neither considers convergence sensitivity of deep learning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282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E869-918A-F060-E0A2-600D8F7A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 Young Daly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4112EF-54D7-D03D-0BEB-DBEFE1B19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988179"/>
              </p:ext>
            </p:extLst>
          </p:nvPr>
        </p:nvGraphicFramePr>
        <p:xfrm>
          <a:off x="609600" y="2400141"/>
          <a:ext cx="10972800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7018083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813788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646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ResNet50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346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CIFAR-100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1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NVIDIA A16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94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Training Epochs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23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Checkpoint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Young/Daly Optimal 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062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Optimal Checkpoint 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69.28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8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Poisson Failure Injection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667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563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AB661-4A77-0F1F-58D8-86DB3F0B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 Event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5CC646-96D8-2864-466D-0BAB9A1D7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225978"/>
              </p:ext>
            </p:extLst>
          </p:nvPr>
        </p:nvGraphicFramePr>
        <p:xfrm>
          <a:off x="609600" y="2765901"/>
          <a:ext cx="10972800" cy="21945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768434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836334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034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Crash Occurred 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Epoch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021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Runtime Until Crash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745.43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48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Checkpoints Before Crash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744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Checkpoint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33.45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95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Measured MTBF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745.43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447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392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F744-84D8-7D6A-6115-DF0E92C8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phase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EDB49E-29FF-44FD-9A1A-B0236CE9F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7124460"/>
              </p:ext>
            </p:extLst>
          </p:nvPr>
        </p:nvGraphicFramePr>
        <p:xfrm>
          <a:off x="609600" y="2765901"/>
          <a:ext cx="10972800" cy="21945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31084647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430310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88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Restart 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Epoch 15 Checkpoint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170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Remaining Epochs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 –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870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Additional Checkpoints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713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Additional Checkpoint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6.79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182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Final Training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Completed Successfully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766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28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819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Problem Statement</vt:lpstr>
      <vt:lpstr>Objectives &amp; Motivation</vt:lpstr>
      <vt:lpstr>Literature review</vt:lpstr>
      <vt:lpstr>Literature review</vt:lpstr>
      <vt:lpstr>Research Gap </vt:lpstr>
      <vt:lpstr>Experimental Design</vt:lpstr>
      <vt:lpstr>Preliminary Result</vt:lpstr>
      <vt:lpstr>Experimental Result Young Daly</vt:lpstr>
      <vt:lpstr>Crash Event</vt:lpstr>
      <vt:lpstr>Recovery phase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Potta Sai Varshith</dc:creator>
  <cp:keywords/>
  <dc:description>generated using python-pptx</dc:description>
  <cp:lastModifiedBy>Potta Sai Varshith</cp:lastModifiedBy>
  <cp:revision>11</cp:revision>
  <dcterms:created xsi:type="dcterms:W3CDTF">2013-01-27T09:14:16Z</dcterms:created>
  <dcterms:modified xsi:type="dcterms:W3CDTF">2026-03-02T13:17:16Z</dcterms:modified>
  <cp:category/>
</cp:coreProperties>
</file>